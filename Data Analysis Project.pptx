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D396-B081-E091-9A15-56C25A41E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27AFF-93A4-6382-13C0-1BAE6AF33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9D458-DA23-DCD1-9FE9-BABFF91E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B24C-B3D1-48F0-0ABE-46A02890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6C59C-B6B7-282F-D073-3B3DB86D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4546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B9E2C-C70E-0577-8715-2D032EEF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517E-874C-8724-E8FC-5ECD3B464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59D86-0F2A-FE19-B04B-4E33467C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46205-0D9F-5363-AF31-9288BA13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F6018-446B-4B1A-2E6B-227296C2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6070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3043-8930-9F6F-3467-24A60617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F6DA9-7355-4D43-EA53-8CF76397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1B97B-74AB-7285-713B-133A0884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CE0E-BA61-73BD-8A15-73325111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EC9A-29B2-29C6-2098-F57C9562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02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4ABF8-9E9D-CBB1-A961-3D7EBB61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4D79D-0F62-9789-9542-0AA1C3F12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4DA53-B158-3004-6560-410DFE829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C78FD-35A4-576A-5F4A-3ADF03CE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14449-A604-0364-4A11-9C76DF06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18C60-FCFA-1BF8-025B-B57E45CD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94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A3DE-2E51-BD48-30F6-654EE254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1921A-9ED0-FC25-E404-70FEC650B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C5ACF-5B58-F0DA-B0F9-A7B8B19DF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6F1CB-FD78-8630-5C33-44CEAE6D0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58444-3D61-EA20-EF06-05328284D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91194-41E1-877F-FBED-CEB75668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4B6DF-307F-19CB-7297-6A67BE18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2D913-F076-0F34-53E1-A7707DE1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15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1E90-27B2-5D95-4591-DDA93BAF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67F16-714E-FB3E-60A3-2EB10851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62811-02AC-06BE-AAAA-09AD9917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07FD4-2145-0E93-F26B-28D85600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59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D8FDC-4315-B443-3AA3-2FF7ACFB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0715B-91F0-0A97-C62B-99EEAFA6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02272-82AC-05F7-1DBD-FBB135E5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94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2B2E-62A3-90B6-9294-C6456D2B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0D66C-DBA1-9BF3-CD7C-5911B68D4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E1D0-53A9-5470-167B-437D09566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510C7-9E26-CBA0-636A-A309F33A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6FACF-3A6E-9FEE-B571-952D2FFC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3AAC-CB07-5E88-6F6E-186B0C99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69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A4ED-F5D2-811D-BC46-BA3AD734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4C37A-CE69-56D0-1500-603647D97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4D8DD-EA54-F27B-CC2B-F22C7DB69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37A1D-8AE2-7130-DA48-4A3E0FBC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CDAD1-7888-5896-1417-5EA40D35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D1F79-2C1F-1BD0-9839-521ED56B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16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0549-2852-8870-BAE8-4D9FFCA3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F4B09-AC9F-243D-0AD1-EAB71DAC8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80D77-1223-5B18-2786-C82ED761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4B084-DEF9-3314-F992-1A57E2233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89F35-76DD-04C0-BB31-F9E03B04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29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8787B-6285-0133-BCDC-0DBC2B3AE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4979E-0485-64C2-D497-19B0AA7DB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D067-B9E6-46E1-C47D-5F0EF08F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A509D-2F17-F433-3AFE-A9152ACF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E9107-0B4D-DC25-49B9-BCC0CDF1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58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D0F0F9-30FB-E62B-08A3-A7E353D5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E2E66-31BB-4F3B-55A2-61A2F5478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2FD72-D53E-93AD-78B0-51F7578C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31B97-3EC8-4700-A660-DF34BCF09253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1D5B9-9678-0731-D092-883E75673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E70F9-DCB7-1CE3-BF69-31200699C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CBA87-D57F-4836-BA96-2213F80059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050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99C5-38D8-060C-4751-E943ED64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0CA35-2C49-D843-C2CB-B56CEF68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9" y="263390"/>
            <a:ext cx="11671081" cy="63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1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3670D9-663A-2FB5-B832-A0045E51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465"/>
            <a:ext cx="9969909" cy="620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9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E03D-4D30-3560-6343-2F8EA3BA2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4538A-527C-3B1F-6906-79CD32D3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265471"/>
            <a:ext cx="10884309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13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1084-908A-86D7-D28D-147E4050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D220EC-0C03-FD21-2FC9-2A00BEC7B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6" y="162232"/>
            <a:ext cx="11970774" cy="64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7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5124-D642-1C99-8EB1-D98D8E22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18AF3D-9BC9-861F-AF3D-96541D01A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" y="0"/>
            <a:ext cx="12000271" cy="660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1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F158-F5CE-4B31-428C-E4B807152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03E45-F800-86FC-652E-9D88FAF62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6" y="0"/>
            <a:ext cx="119019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7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121B-22B0-587C-B721-5C1E5B6F9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68897-7FB2-C61E-D182-763AE70D0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7" y="117987"/>
            <a:ext cx="11518490" cy="6386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DCB742-1C51-4720-0806-A6A34EA62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4" y="2005781"/>
            <a:ext cx="6823127" cy="39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63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DEAC-CDC8-E19B-88F5-161C4A2B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B29F5-C43A-897F-9E29-7E413B9D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4" y="169606"/>
            <a:ext cx="11872451" cy="6518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11227E-245C-5F97-9D79-5A6C3C457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84" y="2064774"/>
            <a:ext cx="6799006" cy="357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1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53B56-0ED3-B1D7-DAA7-47402A0F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5A4711-D954-CF23-00E9-3A9E9A295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2" y="117988"/>
            <a:ext cx="11769213" cy="64450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FD1C0C-FA6F-D6E8-15B8-E42A49215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5" t="11846" r="21626" b="6336"/>
          <a:stretch>
            <a:fillRect/>
          </a:stretch>
        </p:blipFill>
        <p:spPr>
          <a:xfrm>
            <a:off x="352732" y="2400300"/>
            <a:ext cx="705464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6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0642-B40A-DDA3-C1E0-B12B87AD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C647F-F742-97DC-C8C9-2E80C861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67" y="250723"/>
            <a:ext cx="11297265" cy="6356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6DB9F-15D2-9B1B-8972-E2961E2B0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14" t="12456" r="16831" b="21708"/>
          <a:stretch>
            <a:fillRect/>
          </a:stretch>
        </p:blipFill>
        <p:spPr>
          <a:xfrm>
            <a:off x="812800" y="2191659"/>
            <a:ext cx="6618513" cy="391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0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0D3A-68CF-B6B5-8296-C4240C1E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E3FEB-DBB2-2DD1-00DA-D61D52712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265471"/>
            <a:ext cx="11665974" cy="6341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FF28D2-5DCE-0F2F-C17B-9AB2E9AAC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9" t="11511" r="31982" b="26978"/>
          <a:stretch>
            <a:fillRect/>
          </a:stretch>
        </p:blipFill>
        <p:spPr>
          <a:xfrm>
            <a:off x="1349828" y="2452914"/>
            <a:ext cx="5950858" cy="383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8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2539-08AC-868F-8BFF-598B09E1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3A215-E109-6BA9-8B13-733BBAFE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6" y="176981"/>
            <a:ext cx="11621729" cy="6135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E8B121-726E-C294-8614-48EC37065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6" t="11165" r="43166" b="14563"/>
          <a:stretch>
            <a:fillRect/>
          </a:stretch>
        </p:blipFill>
        <p:spPr>
          <a:xfrm>
            <a:off x="206476" y="1988457"/>
            <a:ext cx="7050667" cy="397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76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6C32-ED0C-07EE-C170-D4CE699AE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68CA4-26CD-8792-43F7-BFF2013CC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" r="2518"/>
          <a:stretch>
            <a:fillRect/>
          </a:stretch>
        </p:blipFill>
        <p:spPr>
          <a:xfrm>
            <a:off x="191729" y="169606"/>
            <a:ext cx="11798710" cy="65187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48BF9F-8E60-3DD7-5B15-50BDDC8D1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" r="2300"/>
          <a:stretch>
            <a:fillRect/>
          </a:stretch>
        </p:blipFill>
        <p:spPr>
          <a:xfrm>
            <a:off x="201561" y="2489200"/>
            <a:ext cx="7291439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83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FE1E-1D82-5F3F-A982-9E0D617F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6AF73-C53F-DA17-3CBE-4234202B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97" y="206477"/>
            <a:ext cx="11076038" cy="6518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498E34-49BA-CB9B-D279-C253A0A4A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5" t="11565" r="41317" b="25170"/>
          <a:stretch>
            <a:fillRect/>
          </a:stretch>
        </p:blipFill>
        <p:spPr>
          <a:xfrm>
            <a:off x="629265" y="2224314"/>
            <a:ext cx="6671421" cy="409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82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7BB53-99E6-C828-82D8-55EE5CA3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22708-6BE1-BCC5-A8B6-1A1F258F6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3" y="0"/>
            <a:ext cx="11665974" cy="663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89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1A43-2593-60B2-50FE-BD6D2F67E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353D7-6848-D54A-353F-7A2511F39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324465"/>
            <a:ext cx="11090787" cy="59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6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FE1F-E4E5-B75B-867A-8CEF8B4E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245729-DE39-D920-9623-509D194A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191729"/>
            <a:ext cx="11179278" cy="647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6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Nagah Mohammed</dc:creator>
  <cp:lastModifiedBy>Mohammed Nagah Mohammed</cp:lastModifiedBy>
  <cp:revision>2</cp:revision>
  <dcterms:created xsi:type="dcterms:W3CDTF">2026-06-30T13:44:37Z</dcterms:created>
  <dcterms:modified xsi:type="dcterms:W3CDTF">2026-07-01T09:32:59Z</dcterms:modified>
</cp:coreProperties>
</file>